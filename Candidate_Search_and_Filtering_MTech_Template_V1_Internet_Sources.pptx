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Candidate Search and Filtering</a:t>
            </a:r>
          </a:p>
          <a:p>
            <a:pPr lvl="0"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  <a:r>
              <a:rPr lang="en-US" sz="2400" b="1">
                <a:solidFill>
                  <a:prstClr val="white"/>
                </a:solidFill>
                <a:cs typeface="Calibri" panose="020F0502020204030204" pitchFamily="34" charset="0"/>
              </a:rPr>
              <a:t>: </a:t>
            </a:r>
          </a:p>
          <a:p>
            <a:pPr lvl="0" algn="ctr">
              <a:defRPr/>
            </a:pPr>
            <a:r>
              <a:rPr lang="en-US" sz="2400" b="1">
                <a:solidFill>
                  <a:prstClr val="white"/>
                </a:solidFill>
                <a:cs typeface="Calibri" panose="020F0502020204030204" pitchFamily="34" charset="0"/>
              </a:rPr>
              <a:t>Sammangi 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Gopi Chand</a:t>
            </a:r>
          </a:p>
          <a:p>
            <a:pPr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Structures resume information for candidate review.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Compares candidate evidence with job requirements and experience.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Prepares O*NET occupation documents for semantic retrieval.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Supports recruiter review while reserving hiring decisions for people.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Extract structured candidate profiles from resumes.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Compare candidate skills and job requirements.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Assess experience level and present results for recruiter review.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Generate interview questions and record checklist based evaluations.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Keep final hiring decisions with the recruiter.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Resume parsing and job description intake.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Candidate matching and experience assessment.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O*NET data preparation and semantic occupation retrieval.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Interview question generation and checklist evaluation.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Recruiter review; no automated hiring decision.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O*NET organizes information on skills, knowledge, tasks and experience. (O*NET Resource Center)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ESCO links occupations with skills and knowledge in a multilingual classification. (European Commission)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Maheshwary and Misra explored resume–job semantic matching with a Siamese network (WWW 2018).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The prototype uses O*NET retrieval; ESCO and the cited model remain outside its current scope.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O*NET and ESCO offer structured ways to describe occupations and related skills.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Research has explored semantic matching for semi-structured resumes and job descriptions.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This project combines candidate screening agents with O*NET occupation retrieval.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Reported results cover processed data and workflow checks, not matching accuracy.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The pipeline builds 1,016 occupation profiles and 7,397 semantic documents and vectors.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FAISS searches the vector index; eight focused interview workflow tests passed.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No end-to-end candidate matching accuracy result is reported.</a:t>
            </a:r>
            <a:endParaRPr lang="en-US" sz="2400" b="0" dirty="0">
              <a:solidFill>
                <a:srgbClr val="5583D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• Sources: O*NET Content Model (onetcenter.org/content.html); ESCO (esco.ec.europa.eu/en/classification); Maheshwary &amp; Misra, WWW 2018, DOI 10.1145/3184558.3186942; FAISS documentation (faiss.ai).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</a:rPr>
              <a:t>Resume and job description understanding.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</a:rPr>
              <a:t>Candidate matching and experience assessment.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</a:rPr>
              <a:t>O*NET profile preparation and semantic retrieval.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</a:rPr>
              <a:t>Interview generation and answer evaluation.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</a:rPr>
              <a:t>Workflow coordination and recruiter review.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Subtopic: O*NET data preparation and retrieval</a:t>
            </a:r>
          </a:p>
          <a:p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Workflow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Build profiles and semantic documents from cleaned, normalized O*NET tables.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242424"/>
                </a:solidFill>
                <a:latin typeface="source-serif-pro"/>
              </a:rPr>
              <a:t>Embed with Ollama; index 7,397 vectors in FAISS; verify retriever metadata count.</a:t>
            </a: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3: O*NET Profile Preparation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Candidate Search and Filtering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424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Sammangi Gopi Chand</cp:lastModifiedBy>
  <cp:revision>11</cp:revision>
  <dcterms:created xsi:type="dcterms:W3CDTF">2024-05-13T10:33:11Z</dcterms:created>
  <dcterms:modified xsi:type="dcterms:W3CDTF">2026-10-05T17:48:39Z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